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E7EDA9-60A5-6486-2E9B-78D92086E8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83A1749-1992-561A-58FC-BF4670C270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77E4CC-E366-C1CE-372D-0E8D5785A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84504-902E-415F-BAE0-E598DD535E23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33890C-4114-4C6C-CB80-B252C99D4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2F64BE-4B6B-5655-F0AE-271E4FC63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34504-6C63-483E-AB42-B3B5EF8CAA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032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263F8A-24BE-543D-DEB9-C5EE9E97B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296D746-7CD9-8A29-0DDF-74AD70307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04F35A-13D4-93B4-019C-69D759739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84504-902E-415F-BAE0-E598DD535E23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B9ED14-7D00-2261-8128-BEFBCF8D1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272EDF-3D1E-C0F3-B5AF-F0A01ED0E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34504-6C63-483E-AB42-B3B5EF8CAA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8270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1D21F8-8FC0-C3D3-5E63-61CBB346B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156BB85-3F0D-B589-3F8A-5397E257D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90A89E-F608-33D4-8038-19ADCB0C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84504-902E-415F-BAE0-E598DD535E23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7F7006-C288-AE03-E284-ED1733527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2C376C-64E6-B7BA-CFD7-3D8ED8535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34504-6C63-483E-AB42-B3B5EF8CAA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8809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5F0F17-0C38-141E-46D1-8F60D427D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1FA6CB-C648-80D3-447F-1626DC5AB1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1E05DDF-15BF-E87F-3E1A-40BD2E604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236B0BF-8F4D-078F-FEF1-BBADE8BD0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84504-902E-415F-BAE0-E598DD535E23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032461A-10CB-9486-948A-C8D3B7AE2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0826FDE-68A6-08EE-9D7D-A1355F3D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34504-6C63-483E-AB42-B3B5EF8CAA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1209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5EAF1B-BF4E-E472-48CB-A693D26F7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F19F13-3748-4758-19DF-CCBB27AA5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DA198A5-ED7E-1971-93A9-4D6142D5E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C0A073B-53F4-B51F-8298-E17FF6902F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C4C47AC-75FA-F45A-114A-388717E5C6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CF3193E-3BF9-2A9D-954B-1366DF9A5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84504-902E-415F-BAE0-E598DD535E23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7DFAA94-F78A-FE04-F0D8-BE5940DFD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EDCF830-62C0-E2D7-E786-EC4336485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34504-6C63-483E-AB42-B3B5EF8CAA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4878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B11074-6A70-A4C5-4A88-15578257A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896A879-3887-D908-745F-1248E0998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84504-902E-415F-BAE0-E598DD535E23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3269559-FD84-F865-EA31-D8DF5BDBD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C84196F-F526-8F70-4277-677DFFDE4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34504-6C63-483E-AB42-B3B5EF8CAA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9966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5742C55-0E94-8960-5FDE-59493E5B7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84504-902E-415F-BAE0-E598DD535E23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BCE78E5-3323-028B-7324-AE0E160A1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583C52A-9B81-20A6-7B0C-4C5EAD23D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34504-6C63-483E-AB42-B3B5EF8CAA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8800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220F34-3BB4-F1EE-1189-F4639271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481958-034F-E978-5295-949361766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EC3395-239D-240C-7A28-89F2280D7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0ED3DA4-153C-764F-6070-C31F5EF31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84504-902E-415F-BAE0-E598DD535E23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5589E4C-6203-7000-E13A-D5813CAFE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364898D-9119-68FD-4B71-BDACF7703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34504-6C63-483E-AB42-B3B5EF8CAA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3526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C5D76A-CD65-F225-7AC9-0B5BBDC7B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7237E33-0DAB-31F0-5690-ECCBDFB355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ED92903-A514-2A54-1308-A4214EFFEC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93AD4E5-F880-0EC6-5520-F36EF3065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84504-902E-415F-BAE0-E598DD535E23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3761E40-39B2-099C-9722-59FCB8287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9C63CE8-8847-899D-2414-5960A5611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34504-6C63-483E-AB42-B3B5EF8CAA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7500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B8865C-4328-2267-0AEF-F3856FDE2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9B49CBC-FEC5-00F4-63E0-60E15CC47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2C716E-AC52-B310-FA2C-64291EC19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84504-902E-415F-BAE0-E598DD535E23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3FB2B3-728B-405D-0318-CE7C5F44D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699F1B-94FE-983D-69EA-CB0ADD6F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34504-6C63-483E-AB42-B3B5EF8CAA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834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C9C475F-648D-4A94-32AF-9C5414785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BDA394C-7CB1-648D-85A0-AA3A3A2A6C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6CC4E7-8B67-B998-66E8-BF341A19F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84504-902E-415F-BAE0-E598DD535E23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C9FFAB-65CE-2290-5060-F68875C57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99DA29-B857-8E19-223D-0C1605C51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34504-6C63-483E-AB42-B3B5EF8CAA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5452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4BA25CF-66F7-2CD3-4DBA-11435FDE0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8E73B0-3F87-0336-E1CF-60E8BD152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530278-F729-FCA8-1B17-84FB4AB2E2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84504-902E-415F-BAE0-E598DD535E23}" type="datetimeFigureOut">
              <a:rPr kumimoji="1" lang="ja-JP" altLang="en-US" smtClean="0"/>
              <a:t>2025/7/14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22C593-6BBC-B81C-5EC1-EC18F65A1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3B00D1-45DA-88E9-61AD-2DEDB2D16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34504-6C63-483E-AB42-B3B5EF8CAA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9967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26" Type="http://schemas.openxmlformats.org/officeDocument/2006/relationships/image" Target="../media/image67.png"/><Relationship Id="rId3" Type="http://schemas.openxmlformats.org/officeDocument/2006/relationships/image" Target="../media/image45.png"/><Relationship Id="rId21" Type="http://schemas.openxmlformats.org/officeDocument/2006/relationships/image" Target="../media/image62.png"/><Relationship Id="rId34" Type="http://schemas.openxmlformats.org/officeDocument/2006/relationships/image" Target="../media/image75.png"/><Relationship Id="rId7" Type="http://schemas.openxmlformats.org/officeDocument/2006/relationships/image" Target="../media/image49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5" Type="http://schemas.openxmlformats.org/officeDocument/2006/relationships/image" Target="../media/image66.png"/><Relationship Id="rId33" Type="http://schemas.openxmlformats.org/officeDocument/2006/relationships/image" Target="../media/image74.png"/><Relationship Id="rId2" Type="http://schemas.openxmlformats.org/officeDocument/2006/relationships/image" Target="../media/image44.png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29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2.png"/><Relationship Id="rId24" Type="http://schemas.openxmlformats.org/officeDocument/2006/relationships/image" Target="../media/image65.png"/><Relationship Id="rId32" Type="http://schemas.openxmlformats.org/officeDocument/2006/relationships/image" Target="../media/image73.png"/><Relationship Id="rId5" Type="http://schemas.openxmlformats.org/officeDocument/2006/relationships/image" Target="../media/image47.png"/><Relationship Id="rId15" Type="http://schemas.openxmlformats.org/officeDocument/2006/relationships/image" Target="../media/image56.png"/><Relationship Id="rId23" Type="http://schemas.openxmlformats.org/officeDocument/2006/relationships/image" Target="../media/image64.png"/><Relationship Id="rId28" Type="http://schemas.openxmlformats.org/officeDocument/2006/relationships/image" Target="../media/image69.png"/><Relationship Id="rId36" Type="http://schemas.openxmlformats.org/officeDocument/2006/relationships/image" Target="../media/image77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31" Type="http://schemas.openxmlformats.org/officeDocument/2006/relationships/image" Target="../media/image72.png"/><Relationship Id="rId4" Type="http://schemas.openxmlformats.org/officeDocument/2006/relationships/image" Target="../media/image46.png"/><Relationship Id="rId9" Type="http://schemas.openxmlformats.org/officeDocument/2006/relationships/image" Target="../media/image35.png"/><Relationship Id="rId14" Type="http://schemas.openxmlformats.org/officeDocument/2006/relationships/image" Target="../media/image55.png"/><Relationship Id="rId22" Type="http://schemas.openxmlformats.org/officeDocument/2006/relationships/image" Target="../media/image63.png"/><Relationship Id="rId27" Type="http://schemas.openxmlformats.org/officeDocument/2006/relationships/image" Target="../media/image68.png"/><Relationship Id="rId30" Type="http://schemas.openxmlformats.org/officeDocument/2006/relationships/image" Target="../media/image71.png"/><Relationship Id="rId35" Type="http://schemas.openxmlformats.org/officeDocument/2006/relationships/image" Target="../media/image76.png"/><Relationship Id="rId8" Type="http://schemas.openxmlformats.org/officeDocument/2006/relationships/image" Target="../media/image5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43.png"/><Relationship Id="rId18" Type="http://schemas.openxmlformats.org/officeDocument/2006/relationships/image" Target="../media/image82.png"/><Relationship Id="rId26" Type="http://schemas.openxmlformats.org/officeDocument/2006/relationships/image" Target="../media/image38.png"/><Relationship Id="rId3" Type="http://schemas.openxmlformats.org/officeDocument/2006/relationships/image" Target="../media/image11.png"/><Relationship Id="rId21" Type="http://schemas.openxmlformats.org/officeDocument/2006/relationships/image" Target="../media/image85.png"/><Relationship Id="rId7" Type="http://schemas.openxmlformats.org/officeDocument/2006/relationships/image" Target="../media/image70.png"/><Relationship Id="rId12" Type="http://schemas.openxmlformats.org/officeDocument/2006/relationships/image" Target="../media/image40.png"/><Relationship Id="rId17" Type="http://schemas.openxmlformats.org/officeDocument/2006/relationships/image" Target="../media/image81.png"/><Relationship Id="rId25" Type="http://schemas.openxmlformats.org/officeDocument/2006/relationships/image" Target="../media/image36.png"/><Relationship Id="rId2" Type="http://schemas.openxmlformats.org/officeDocument/2006/relationships/image" Target="../media/image55.png"/><Relationship Id="rId16" Type="http://schemas.openxmlformats.org/officeDocument/2006/relationships/image" Target="../media/image80.png"/><Relationship Id="rId20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39.png"/><Relationship Id="rId24" Type="http://schemas.openxmlformats.org/officeDocument/2006/relationships/image" Target="../media/image77.png"/><Relationship Id="rId5" Type="http://schemas.openxmlformats.org/officeDocument/2006/relationships/image" Target="../media/image68.png"/><Relationship Id="rId15" Type="http://schemas.openxmlformats.org/officeDocument/2006/relationships/image" Target="../media/image79.png"/><Relationship Id="rId23" Type="http://schemas.openxmlformats.org/officeDocument/2006/relationships/image" Target="../media/image87.png"/><Relationship Id="rId28" Type="http://schemas.openxmlformats.org/officeDocument/2006/relationships/image" Target="../media/image42.png"/><Relationship Id="rId10" Type="http://schemas.openxmlformats.org/officeDocument/2006/relationships/image" Target="../media/image37.png"/><Relationship Id="rId19" Type="http://schemas.openxmlformats.org/officeDocument/2006/relationships/image" Target="../media/image8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8.png"/><Relationship Id="rId22" Type="http://schemas.openxmlformats.org/officeDocument/2006/relationships/image" Target="../media/image86.png"/><Relationship Id="rId27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6F0E96-3B81-4075-9577-D1E1D4CF0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98488"/>
            <a:ext cx="11715750" cy="382587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これまでに出会った外国籍の支援者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97ACB1B-6F08-EB61-8338-8312A9A427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388" y="914400"/>
            <a:ext cx="9144000" cy="382587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ja-JP" dirty="0"/>
              <a:t>211</a:t>
            </a:r>
            <a:r>
              <a:rPr kumimoji="1" lang="ja-JP" altLang="en-US" dirty="0"/>
              <a:t>名の支援に携わる</a:t>
            </a:r>
            <a:endParaRPr kumimoji="1" lang="en-US" altLang="ja-JP" dirty="0"/>
          </a:p>
          <a:p>
            <a:endParaRPr kumimoji="1" lang="ja-JP" altLang="en-US" dirty="0"/>
          </a:p>
        </p:txBody>
      </p:sp>
      <p:pic>
        <p:nvPicPr>
          <p:cNvPr id="1038" name="Picture 14">
            <a:extLst>
              <a:ext uri="{FF2B5EF4-FFF2-40B4-BE49-F238E27FC236}">
                <a16:creationId xmlns:a16="http://schemas.microsoft.com/office/drawing/2014/main" id="{804866FE-1BD2-9253-21F3-DC412018E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555" y="1179952"/>
            <a:ext cx="890661" cy="1265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E84D84F0-E1C8-1A44-9FA8-A36890763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173" y="1378797"/>
            <a:ext cx="1228063" cy="1243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ADA2D13E-BE2A-4455-E0EA-1D8E446EE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3378" y="1407629"/>
            <a:ext cx="1072676" cy="1301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AE1D8D1C-333A-9743-7E56-AB5D980E2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7196" y="1406599"/>
            <a:ext cx="1101791" cy="1303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9A449F42-C941-EC84-132D-25AFBBDBE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5545" y="845290"/>
            <a:ext cx="1258615" cy="1301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733076E6-4D3E-DCE4-0E2F-98BABB8B16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5493" y="833120"/>
            <a:ext cx="1285970" cy="1289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>
            <a:extLst>
              <a:ext uri="{FF2B5EF4-FFF2-40B4-BE49-F238E27FC236}">
                <a16:creationId xmlns:a16="http://schemas.microsoft.com/office/drawing/2014/main" id="{DDE88700-D5D0-17F4-6C3C-9050827EC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8323" y="871632"/>
            <a:ext cx="893351" cy="1289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>
            <a:extLst>
              <a:ext uri="{FF2B5EF4-FFF2-40B4-BE49-F238E27FC236}">
                <a16:creationId xmlns:a16="http://schemas.microsoft.com/office/drawing/2014/main" id="{1BBDBB6B-E32B-311F-9BC3-7234F9CB5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740" y="914400"/>
            <a:ext cx="949696" cy="1277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>
            <a:extLst>
              <a:ext uri="{FF2B5EF4-FFF2-40B4-BE49-F238E27FC236}">
                <a16:creationId xmlns:a16="http://schemas.microsoft.com/office/drawing/2014/main" id="{22BE8CB2-7622-F993-C586-84D3E6B5B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854" y="1296987"/>
            <a:ext cx="909818" cy="1215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>
            <a:extLst>
              <a:ext uri="{FF2B5EF4-FFF2-40B4-BE49-F238E27FC236}">
                <a16:creationId xmlns:a16="http://schemas.microsoft.com/office/drawing/2014/main" id="{B78A923D-1023-3905-A3E3-1E00D4831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3727" y="1198342"/>
            <a:ext cx="719364" cy="1211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0" name="Picture 66">
            <a:extLst>
              <a:ext uri="{FF2B5EF4-FFF2-40B4-BE49-F238E27FC236}">
                <a16:creationId xmlns:a16="http://schemas.microsoft.com/office/drawing/2014/main" id="{A090A15C-8D43-19FB-35A3-8BA317248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" y="2959979"/>
            <a:ext cx="788985" cy="100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2" name="Picture 68">
            <a:extLst>
              <a:ext uri="{FF2B5EF4-FFF2-40B4-BE49-F238E27FC236}">
                <a16:creationId xmlns:a16="http://schemas.microsoft.com/office/drawing/2014/main" id="{8318E543-71BD-1527-8B01-FECC87E04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677" y="2986880"/>
            <a:ext cx="901213" cy="974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6" name="Picture 72">
            <a:extLst>
              <a:ext uri="{FF2B5EF4-FFF2-40B4-BE49-F238E27FC236}">
                <a16:creationId xmlns:a16="http://schemas.microsoft.com/office/drawing/2014/main" id="{0EA6241E-181F-1592-6CC1-EBBAB11FA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447" y="3017437"/>
            <a:ext cx="740667" cy="950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0" name="Picture 76">
            <a:extLst>
              <a:ext uri="{FF2B5EF4-FFF2-40B4-BE49-F238E27FC236}">
                <a16:creationId xmlns:a16="http://schemas.microsoft.com/office/drawing/2014/main" id="{21953AFC-0AAD-F284-89E0-01BEF022F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557" y="2965262"/>
            <a:ext cx="896459" cy="1070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4" name="Picture 80">
            <a:extLst>
              <a:ext uri="{FF2B5EF4-FFF2-40B4-BE49-F238E27FC236}">
                <a16:creationId xmlns:a16="http://schemas.microsoft.com/office/drawing/2014/main" id="{1B2D05ED-18EC-E74C-D3FB-C1E4E8897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021" y="3017438"/>
            <a:ext cx="797145" cy="102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8" name="Picture 84">
            <a:extLst>
              <a:ext uri="{FF2B5EF4-FFF2-40B4-BE49-F238E27FC236}">
                <a16:creationId xmlns:a16="http://schemas.microsoft.com/office/drawing/2014/main" id="{C21E3634-CC77-B8D4-107F-6CEDAA771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825" y="3057638"/>
            <a:ext cx="989777" cy="92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2" name="Picture 88">
            <a:extLst>
              <a:ext uri="{FF2B5EF4-FFF2-40B4-BE49-F238E27FC236}">
                <a16:creationId xmlns:a16="http://schemas.microsoft.com/office/drawing/2014/main" id="{7D490B1A-151C-154A-6AE3-C36F00069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0761" y="3057638"/>
            <a:ext cx="629497" cy="932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6" name="Picture 92">
            <a:extLst>
              <a:ext uri="{FF2B5EF4-FFF2-40B4-BE49-F238E27FC236}">
                <a16:creationId xmlns:a16="http://schemas.microsoft.com/office/drawing/2014/main" id="{BBC7DDD9-D0FF-A70A-7A2D-2B6C52693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9521" y="3015892"/>
            <a:ext cx="657511" cy="929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0" name="Picture 96">
            <a:extLst>
              <a:ext uri="{FF2B5EF4-FFF2-40B4-BE49-F238E27FC236}">
                <a16:creationId xmlns:a16="http://schemas.microsoft.com/office/drawing/2014/main" id="{27820D9A-544B-39FE-557B-180EB4A78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6" y="3029645"/>
            <a:ext cx="721170" cy="891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4" name="Picture 100">
            <a:extLst>
              <a:ext uri="{FF2B5EF4-FFF2-40B4-BE49-F238E27FC236}">
                <a16:creationId xmlns:a16="http://schemas.microsoft.com/office/drawing/2014/main" id="{DC4A5407-E46C-32F2-5417-23B8CF5AC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6146" y="3069796"/>
            <a:ext cx="656895" cy="851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4" name="Picture 120">
            <a:extLst>
              <a:ext uri="{FF2B5EF4-FFF2-40B4-BE49-F238E27FC236}">
                <a16:creationId xmlns:a16="http://schemas.microsoft.com/office/drawing/2014/main" id="{8B15CB30-A568-4C77-0861-F0D94723B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4657933"/>
            <a:ext cx="1128629" cy="99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8" name="Picture 124">
            <a:extLst>
              <a:ext uri="{FF2B5EF4-FFF2-40B4-BE49-F238E27FC236}">
                <a16:creationId xmlns:a16="http://schemas.microsoft.com/office/drawing/2014/main" id="{B11770A8-B07F-AFD5-6A0E-896AE15ED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1167" y="4676162"/>
            <a:ext cx="735816" cy="97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0" name="Picture 126">
            <a:extLst>
              <a:ext uri="{FF2B5EF4-FFF2-40B4-BE49-F238E27FC236}">
                <a16:creationId xmlns:a16="http://schemas.microsoft.com/office/drawing/2014/main" id="{393E078B-4DEA-6703-C23C-9FFE05FDC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6370" y="4657933"/>
            <a:ext cx="744279" cy="99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6" name="Picture 152">
            <a:extLst>
              <a:ext uri="{FF2B5EF4-FFF2-40B4-BE49-F238E27FC236}">
                <a16:creationId xmlns:a16="http://schemas.microsoft.com/office/drawing/2014/main" id="{38D8B918-918C-353D-18D1-B54F8338C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934" y="5392344"/>
            <a:ext cx="696407" cy="769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8" name="Picture 154">
            <a:extLst>
              <a:ext uri="{FF2B5EF4-FFF2-40B4-BE49-F238E27FC236}">
                <a16:creationId xmlns:a16="http://schemas.microsoft.com/office/drawing/2014/main" id="{51F852CC-8C5C-3450-4C60-D482B057A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476" y="5429516"/>
            <a:ext cx="604111" cy="829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0" name="Picture 156">
            <a:extLst>
              <a:ext uri="{FF2B5EF4-FFF2-40B4-BE49-F238E27FC236}">
                <a16:creationId xmlns:a16="http://schemas.microsoft.com/office/drawing/2014/main" id="{6DF391B8-D8C4-93C9-A186-FF5CB5EB7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388" y="5442469"/>
            <a:ext cx="548351" cy="817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2" name="Picture 158">
            <a:extLst>
              <a:ext uri="{FF2B5EF4-FFF2-40B4-BE49-F238E27FC236}">
                <a16:creationId xmlns:a16="http://schemas.microsoft.com/office/drawing/2014/main" id="{D67CE09D-DDE8-F6C9-80DE-19D867647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888" y="5677561"/>
            <a:ext cx="933754" cy="784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4" name="Picture 160">
            <a:extLst>
              <a:ext uri="{FF2B5EF4-FFF2-40B4-BE49-F238E27FC236}">
                <a16:creationId xmlns:a16="http://schemas.microsoft.com/office/drawing/2014/main" id="{6007770E-50D8-10F5-8D44-3DFEDB4CC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3063" y="5763865"/>
            <a:ext cx="618959" cy="817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6" name="Picture 162">
            <a:extLst>
              <a:ext uri="{FF2B5EF4-FFF2-40B4-BE49-F238E27FC236}">
                <a16:creationId xmlns:a16="http://schemas.microsoft.com/office/drawing/2014/main" id="{71021A1A-BE92-772D-4467-C4D1BF148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190" y="5842640"/>
            <a:ext cx="560976" cy="83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8" name="Picture 164">
            <a:extLst>
              <a:ext uri="{FF2B5EF4-FFF2-40B4-BE49-F238E27FC236}">
                <a16:creationId xmlns:a16="http://schemas.microsoft.com/office/drawing/2014/main" id="{B6B4E0E0-BB10-999F-9555-3DE9F07BA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12" y="4575900"/>
            <a:ext cx="614928" cy="76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0" name="Picture 166">
            <a:extLst>
              <a:ext uri="{FF2B5EF4-FFF2-40B4-BE49-F238E27FC236}">
                <a16:creationId xmlns:a16="http://schemas.microsoft.com/office/drawing/2014/main" id="{1CCB61D4-51BC-9906-9FA4-4E514C626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463" y="4658242"/>
            <a:ext cx="749101" cy="815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2" name="Picture 168">
            <a:extLst>
              <a:ext uri="{FF2B5EF4-FFF2-40B4-BE49-F238E27FC236}">
                <a16:creationId xmlns:a16="http://schemas.microsoft.com/office/drawing/2014/main" id="{C7D4776D-EB78-5CE7-A614-1E3911FEF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5005" y="5712094"/>
            <a:ext cx="794686" cy="924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4" name="Picture 170">
            <a:extLst>
              <a:ext uri="{FF2B5EF4-FFF2-40B4-BE49-F238E27FC236}">
                <a16:creationId xmlns:a16="http://schemas.microsoft.com/office/drawing/2014/main" id="{9501EA8D-B379-A743-4A84-E4985F84A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7242" y="4714645"/>
            <a:ext cx="736465" cy="855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6" name="Picture 172">
            <a:extLst>
              <a:ext uri="{FF2B5EF4-FFF2-40B4-BE49-F238E27FC236}">
                <a16:creationId xmlns:a16="http://schemas.microsoft.com/office/drawing/2014/main" id="{338F5D52-2476-BD8C-9D12-AF373CD2B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4576" y="5828015"/>
            <a:ext cx="547126" cy="862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4">
            <a:extLst>
              <a:ext uri="{FF2B5EF4-FFF2-40B4-BE49-F238E27FC236}">
                <a16:creationId xmlns:a16="http://schemas.microsoft.com/office/drawing/2014/main" id="{035F6FEE-D683-4905-B202-FE0D46CD3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809" y="4729403"/>
            <a:ext cx="546191" cy="84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50">
            <a:extLst>
              <a:ext uri="{FF2B5EF4-FFF2-40B4-BE49-F238E27FC236}">
                <a16:creationId xmlns:a16="http://schemas.microsoft.com/office/drawing/2014/main" id="{430637BC-16AE-5680-71B1-DDFDD1FEA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5303" y="5614193"/>
            <a:ext cx="879972" cy="1243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2">
            <a:extLst>
              <a:ext uri="{FF2B5EF4-FFF2-40B4-BE49-F238E27FC236}">
                <a16:creationId xmlns:a16="http://schemas.microsoft.com/office/drawing/2014/main" id="{668806D3-63E4-3722-3581-FC1B3F7B9B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0365" y="4473518"/>
            <a:ext cx="969112" cy="121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54">
            <a:extLst>
              <a:ext uri="{FF2B5EF4-FFF2-40B4-BE49-F238E27FC236}">
                <a16:creationId xmlns:a16="http://schemas.microsoft.com/office/drawing/2014/main" id="{1FC50D9B-0547-B31A-9AFD-1E8D801BD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724" y="4452384"/>
            <a:ext cx="918747" cy="1216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56">
            <a:extLst>
              <a:ext uri="{FF2B5EF4-FFF2-40B4-BE49-F238E27FC236}">
                <a16:creationId xmlns:a16="http://schemas.microsoft.com/office/drawing/2014/main" id="{E3A8DA26-3AE1-3FB7-6586-F905DA306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7063" y="4452384"/>
            <a:ext cx="875415" cy="1190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58">
            <a:extLst>
              <a:ext uri="{FF2B5EF4-FFF2-40B4-BE49-F238E27FC236}">
                <a16:creationId xmlns:a16="http://schemas.microsoft.com/office/drawing/2014/main" id="{A5D48BBD-49E8-DDF9-9616-171DB448E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7849" y="4608950"/>
            <a:ext cx="1026518" cy="1190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0">
            <a:extLst>
              <a:ext uri="{FF2B5EF4-FFF2-40B4-BE49-F238E27FC236}">
                <a16:creationId xmlns:a16="http://schemas.microsoft.com/office/drawing/2014/main" id="{37E11861-CDB5-3DC4-3473-9EDE34F64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6113" y="4575900"/>
            <a:ext cx="1036873" cy="1190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2">
            <a:extLst>
              <a:ext uri="{FF2B5EF4-FFF2-40B4-BE49-F238E27FC236}">
                <a16:creationId xmlns:a16="http://schemas.microsoft.com/office/drawing/2014/main" id="{4BD39D9F-38A9-5792-742E-46C5A7CC22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1337" y="4575900"/>
            <a:ext cx="967845" cy="1170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4">
            <a:extLst>
              <a:ext uri="{FF2B5EF4-FFF2-40B4-BE49-F238E27FC236}">
                <a16:creationId xmlns:a16="http://schemas.microsoft.com/office/drawing/2014/main" id="{3E6BB022-6232-90BE-86F3-3E2FB90A2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0561" y="5698699"/>
            <a:ext cx="875234" cy="115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7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C30DB47-4459-C86A-CBC6-5F4730B34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64" y="1181978"/>
            <a:ext cx="1023363" cy="1337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A4EFFB5-4529-16A0-7917-53574CD07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627" y="1181978"/>
            <a:ext cx="949957" cy="1366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5182629-ACF3-3BE7-F721-EDC38C2C1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243" y="1236082"/>
            <a:ext cx="909817" cy="1423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BBF7B560-8BF7-09D3-C21C-4ED44491A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947" y="1236082"/>
            <a:ext cx="979277" cy="136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C22B2EE6-D31E-DA55-C89F-72BE8CCFF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7387" y="1263818"/>
            <a:ext cx="951990" cy="1284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4CF0F456-0912-0744-3C48-90DD1D751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7928" y="1442243"/>
            <a:ext cx="890661" cy="1294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>
            <a:extLst>
              <a:ext uri="{FF2B5EF4-FFF2-40B4-BE49-F238E27FC236}">
                <a16:creationId xmlns:a16="http://schemas.microsoft.com/office/drawing/2014/main" id="{10FA88A2-7319-3F3F-4B5C-ABE424D97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7140" y="1369987"/>
            <a:ext cx="1107538" cy="1289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>
            <a:extLst>
              <a:ext uri="{FF2B5EF4-FFF2-40B4-BE49-F238E27FC236}">
                <a16:creationId xmlns:a16="http://schemas.microsoft.com/office/drawing/2014/main" id="{5ACBE702-76B8-4DA8-5FC6-68944A01D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88" y="2548106"/>
            <a:ext cx="737514" cy="1135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>
            <a:extLst>
              <a:ext uri="{FF2B5EF4-FFF2-40B4-BE49-F238E27FC236}">
                <a16:creationId xmlns:a16="http://schemas.microsoft.com/office/drawing/2014/main" id="{A14F3E99-DA57-01C3-1F4E-C1C20F176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627" y="2605256"/>
            <a:ext cx="981854" cy="1185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5DC4C405-05B2-A289-BB0B-A18A9CBAB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2755" y="2605256"/>
            <a:ext cx="832192" cy="1184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>
            <a:extLst>
              <a:ext uri="{FF2B5EF4-FFF2-40B4-BE49-F238E27FC236}">
                <a16:creationId xmlns:a16="http://schemas.microsoft.com/office/drawing/2014/main" id="{65A3A5FC-8CD5-F423-8275-30F09CA0E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9442" y="2737000"/>
            <a:ext cx="1153268" cy="1199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8" name="Picture 44">
            <a:extLst>
              <a:ext uri="{FF2B5EF4-FFF2-40B4-BE49-F238E27FC236}">
                <a16:creationId xmlns:a16="http://schemas.microsoft.com/office/drawing/2014/main" id="{415B36CD-043A-A00B-B068-28A70BABF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740" y="2679850"/>
            <a:ext cx="1266722" cy="1184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0" name="Picture 46">
            <a:extLst>
              <a:ext uri="{FF2B5EF4-FFF2-40B4-BE49-F238E27FC236}">
                <a16:creationId xmlns:a16="http://schemas.microsoft.com/office/drawing/2014/main" id="{9B0B7110-5ABF-C873-6A71-5A082408B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3382" y="2739553"/>
            <a:ext cx="1032936" cy="1196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6">
            <a:extLst>
              <a:ext uri="{FF2B5EF4-FFF2-40B4-BE49-F238E27FC236}">
                <a16:creationId xmlns:a16="http://schemas.microsoft.com/office/drawing/2014/main" id="{C001C698-6AC3-4366-9921-F422DA98A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0672" y="2739553"/>
            <a:ext cx="1032936" cy="1196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8" name="Picture 104">
            <a:extLst>
              <a:ext uri="{FF2B5EF4-FFF2-40B4-BE49-F238E27FC236}">
                <a16:creationId xmlns:a16="http://schemas.microsoft.com/office/drawing/2014/main" id="{CC5DFB01-7586-B11E-FC2A-13461CD6D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64" y="4364482"/>
            <a:ext cx="718376" cy="96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2" name="Picture 108">
            <a:extLst>
              <a:ext uri="{FF2B5EF4-FFF2-40B4-BE49-F238E27FC236}">
                <a16:creationId xmlns:a16="http://schemas.microsoft.com/office/drawing/2014/main" id="{871D652E-21AD-E941-0045-B1446FFA1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467" y="4374886"/>
            <a:ext cx="667616" cy="972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6" name="Picture 112">
            <a:extLst>
              <a:ext uri="{FF2B5EF4-FFF2-40B4-BE49-F238E27FC236}">
                <a16:creationId xmlns:a16="http://schemas.microsoft.com/office/drawing/2014/main" id="{5EF106AC-7677-49BC-BAFF-8FB062F16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39" y="4338470"/>
            <a:ext cx="699080" cy="988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0" name="Picture 116">
            <a:extLst>
              <a:ext uri="{FF2B5EF4-FFF2-40B4-BE49-F238E27FC236}">
                <a16:creationId xmlns:a16="http://schemas.microsoft.com/office/drawing/2014/main" id="{19F895C8-9A64-117A-D779-67DA5F616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9604" y="4357274"/>
            <a:ext cx="749298" cy="986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6" name="Picture 122">
            <a:extLst>
              <a:ext uri="{FF2B5EF4-FFF2-40B4-BE49-F238E27FC236}">
                <a16:creationId xmlns:a16="http://schemas.microsoft.com/office/drawing/2014/main" id="{D2430349-1F26-FB27-82DD-73D59475D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092" y="4358376"/>
            <a:ext cx="647290" cy="977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2" name="Picture 128">
            <a:extLst>
              <a:ext uri="{FF2B5EF4-FFF2-40B4-BE49-F238E27FC236}">
                <a16:creationId xmlns:a16="http://schemas.microsoft.com/office/drawing/2014/main" id="{AA92EB77-89C7-15FF-902A-6EF9F6782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957" y="4375764"/>
            <a:ext cx="701137" cy="97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6" name="Picture 132">
            <a:extLst>
              <a:ext uri="{FF2B5EF4-FFF2-40B4-BE49-F238E27FC236}">
                <a16:creationId xmlns:a16="http://schemas.microsoft.com/office/drawing/2014/main" id="{15DA3FED-B25C-2286-CDCA-975B5CE20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386" y="4410998"/>
            <a:ext cx="629497" cy="947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0" name="Picture 136">
            <a:extLst>
              <a:ext uri="{FF2B5EF4-FFF2-40B4-BE49-F238E27FC236}">
                <a16:creationId xmlns:a16="http://schemas.microsoft.com/office/drawing/2014/main" id="{76D9F0AD-12AC-E6E9-5FE9-8047544F0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4307" y="4421270"/>
            <a:ext cx="747765" cy="929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4" name="Picture 140">
            <a:extLst>
              <a:ext uri="{FF2B5EF4-FFF2-40B4-BE49-F238E27FC236}">
                <a16:creationId xmlns:a16="http://schemas.microsoft.com/office/drawing/2014/main" id="{2E6DD257-6DCD-D97B-5C08-43E6600C0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2364" y="4410998"/>
            <a:ext cx="696753" cy="924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8" name="Picture 144">
            <a:extLst>
              <a:ext uri="{FF2B5EF4-FFF2-40B4-BE49-F238E27FC236}">
                <a16:creationId xmlns:a16="http://schemas.microsoft.com/office/drawing/2014/main" id="{C1790C9D-9AA4-B37D-BC4D-30982194E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4282" y="4444204"/>
            <a:ext cx="670665" cy="86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2" name="Picture 148">
            <a:extLst>
              <a:ext uri="{FF2B5EF4-FFF2-40B4-BE49-F238E27FC236}">
                <a16:creationId xmlns:a16="http://schemas.microsoft.com/office/drawing/2014/main" id="{589B9D25-18C3-893D-4760-977C6001A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7437" y="4436636"/>
            <a:ext cx="710809" cy="906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FB7D9A4-5009-16FF-560A-9D548248EE3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32331" y="5445677"/>
            <a:ext cx="903047" cy="1011412"/>
          </a:xfrm>
          <a:prstGeom prst="rect">
            <a:avLst/>
          </a:prstGeom>
        </p:spPr>
      </p:pic>
      <p:pic>
        <p:nvPicPr>
          <p:cNvPr id="1094" name="Picture 70">
            <a:extLst>
              <a:ext uri="{FF2B5EF4-FFF2-40B4-BE49-F238E27FC236}">
                <a16:creationId xmlns:a16="http://schemas.microsoft.com/office/drawing/2014/main" id="{D4AC4D85-8D01-B7B2-19FF-C923BCE83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997" y="5494277"/>
            <a:ext cx="933814" cy="96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8" name="Picture 74">
            <a:extLst>
              <a:ext uri="{FF2B5EF4-FFF2-40B4-BE49-F238E27FC236}">
                <a16:creationId xmlns:a16="http://schemas.microsoft.com/office/drawing/2014/main" id="{FCD51155-7AFC-BFD2-2543-7A4E938CF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735" y="5514175"/>
            <a:ext cx="876160" cy="1017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2" name="Picture 78">
            <a:extLst>
              <a:ext uri="{FF2B5EF4-FFF2-40B4-BE49-F238E27FC236}">
                <a16:creationId xmlns:a16="http://schemas.microsoft.com/office/drawing/2014/main" id="{DE6FBAEA-9194-5F55-74AD-C3CB179BF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8902" y="5488013"/>
            <a:ext cx="842032" cy="102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6" name="Picture 82">
            <a:extLst>
              <a:ext uri="{FF2B5EF4-FFF2-40B4-BE49-F238E27FC236}">
                <a16:creationId xmlns:a16="http://schemas.microsoft.com/office/drawing/2014/main" id="{D9899968-E619-2F75-A893-5297D1D88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2387" y="5511116"/>
            <a:ext cx="836489" cy="100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0" name="Picture 86">
            <a:extLst>
              <a:ext uri="{FF2B5EF4-FFF2-40B4-BE49-F238E27FC236}">
                <a16:creationId xmlns:a16="http://schemas.microsoft.com/office/drawing/2014/main" id="{71800CA8-CF55-8DCE-F6B2-8D250B8B1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7765" y="5552862"/>
            <a:ext cx="555280" cy="90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4" name="Picture 90">
            <a:extLst>
              <a:ext uri="{FF2B5EF4-FFF2-40B4-BE49-F238E27FC236}">
                <a16:creationId xmlns:a16="http://schemas.microsoft.com/office/drawing/2014/main" id="{9ED013F7-6FD6-5B8F-FC42-D6649F919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3740" y="5549852"/>
            <a:ext cx="1013527" cy="90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8" name="Picture 94">
            <a:extLst>
              <a:ext uri="{FF2B5EF4-FFF2-40B4-BE49-F238E27FC236}">
                <a16:creationId xmlns:a16="http://schemas.microsoft.com/office/drawing/2014/main" id="{5A8CB695-6AD6-BF18-0C6A-92974EFA5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513" y="5549852"/>
            <a:ext cx="823135" cy="891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2" name="Picture 98">
            <a:extLst>
              <a:ext uri="{FF2B5EF4-FFF2-40B4-BE49-F238E27FC236}">
                <a16:creationId xmlns:a16="http://schemas.microsoft.com/office/drawing/2014/main" id="{8192F11F-D4C4-37AD-B1A1-F673766B2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6894" y="5549852"/>
            <a:ext cx="1040873" cy="86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" name="Picture 102">
            <a:extLst>
              <a:ext uri="{FF2B5EF4-FFF2-40B4-BE49-F238E27FC236}">
                <a16:creationId xmlns:a16="http://schemas.microsoft.com/office/drawing/2014/main" id="{A4941F21-21A7-9D07-59B4-6F92524C3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959" y="5549852"/>
            <a:ext cx="792670" cy="86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8">
            <a:extLst>
              <a:ext uri="{FF2B5EF4-FFF2-40B4-BE49-F238E27FC236}">
                <a16:creationId xmlns:a16="http://schemas.microsoft.com/office/drawing/2014/main" id="{3AADC55E-51E9-2BAA-BA80-9FC2817C2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0740" y="2843674"/>
            <a:ext cx="1186578" cy="117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0605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6">
            <a:extLst>
              <a:ext uri="{FF2B5EF4-FFF2-40B4-BE49-F238E27FC236}">
                <a16:creationId xmlns:a16="http://schemas.microsoft.com/office/drawing/2014/main" id="{E0ECCBE3-DF97-66A9-50C4-C3BE327FE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190" y="2145590"/>
            <a:ext cx="1032936" cy="1196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6">
            <a:extLst>
              <a:ext uri="{FF2B5EF4-FFF2-40B4-BE49-F238E27FC236}">
                <a16:creationId xmlns:a16="http://schemas.microsoft.com/office/drawing/2014/main" id="{BD88BF59-EA2D-9463-4588-B44BCB5B7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410" y="4509413"/>
            <a:ext cx="788985" cy="100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A65E37EE-61EF-DEB3-F573-A516F209D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9626" y="4499887"/>
            <a:ext cx="903047" cy="1011412"/>
          </a:xfrm>
          <a:prstGeom prst="rect">
            <a:avLst/>
          </a:prstGeom>
        </p:spPr>
      </p:pic>
      <p:pic>
        <p:nvPicPr>
          <p:cNvPr id="17" name="Picture 70">
            <a:extLst>
              <a:ext uri="{FF2B5EF4-FFF2-40B4-BE49-F238E27FC236}">
                <a16:creationId xmlns:a16="http://schemas.microsoft.com/office/drawing/2014/main" id="{19822F2B-F714-CE2D-9438-93B1967B0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292" y="4548487"/>
            <a:ext cx="933814" cy="96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74">
            <a:extLst>
              <a:ext uri="{FF2B5EF4-FFF2-40B4-BE49-F238E27FC236}">
                <a16:creationId xmlns:a16="http://schemas.microsoft.com/office/drawing/2014/main" id="{26BA4B77-731F-42E1-6159-77AB4BEAC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2030" y="4568385"/>
            <a:ext cx="876160" cy="1017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78">
            <a:extLst>
              <a:ext uri="{FF2B5EF4-FFF2-40B4-BE49-F238E27FC236}">
                <a16:creationId xmlns:a16="http://schemas.microsoft.com/office/drawing/2014/main" id="{6211306B-AA14-1EC9-F5A7-C03888451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197" y="4542223"/>
            <a:ext cx="842032" cy="102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2">
            <a:extLst>
              <a:ext uri="{FF2B5EF4-FFF2-40B4-BE49-F238E27FC236}">
                <a16:creationId xmlns:a16="http://schemas.microsoft.com/office/drawing/2014/main" id="{AF70532B-BE8E-7ADA-6218-937C437A8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9682" y="4565326"/>
            <a:ext cx="836489" cy="100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86">
            <a:extLst>
              <a:ext uri="{FF2B5EF4-FFF2-40B4-BE49-F238E27FC236}">
                <a16:creationId xmlns:a16="http://schemas.microsoft.com/office/drawing/2014/main" id="{3F9D34EE-05D3-9CA2-4901-EF5172920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060" y="4607072"/>
            <a:ext cx="555280" cy="90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6" name="Picture 52">
            <a:extLst>
              <a:ext uri="{FF2B5EF4-FFF2-40B4-BE49-F238E27FC236}">
                <a16:creationId xmlns:a16="http://schemas.microsoft.com/office/drawing/2014/main" id="{2AB0CA53-716D-4162-D1C9-F833CF5FF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0" y="929950"/>
            <a:ext cx="969112" cy="121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0" name="Picture 56">
            <a:extLst>
              <a:ext uri="{FF2B5EF4-FFF2-40B4-BE49-F238E27FC236}">
                <a16:creationId xmlns:a16="http://schemas.microsoft.com/office/drawing/2014/main" id="{216C351D-EEAC-5656-0B5F-ABCC1B9B6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898" y="929950"/>
            <a:ext cx="875415" cy="1190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2" name="Picture 58">
            <a:extLst>
              <a:ext uri="{FF2B5EF4-FFF2-40B4-BE49-F238E27FC236}">
                <a16:creationId xmlns:a16="http://schemas.microsoft.com/office/drawing/2014/main" id="{6FDA4159-7315-C6F4-8BD2-C62378E1B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8806" y="955333"/>
            <a:ext cx="1026518" cy="1190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8" name="Picture 64">
            <a:extLst>
              <a:ext uri="{FF2B5EF4-FFF2-40B4-BE49-F238E27FC236}">
                <a16:creationId xmlns:a16="http://schemas.microsoft.com/office/drawing/2014/main" id="{310DDFFB-6D3C-1A9C-3918-E066AA1CC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18" y="949556"/>
            <a:ext cx="875234" cy="115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0" name="Picture 106">
            <a:extLst>
              <a:ext uri="{FF2B5EF4-FFF2-40B4-BE49-F238E27FC236}">
                <a16:creationId xmlns:a16="http://schemas.microsoft.com/office/drawing/2014/main" id="{08BAEB99-31D4-0102-3D13-D05892F14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22" y="3386006"/>
            <a:ext cx="797940" cy="974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4" name="Picture 110">
            <a:extLst>
              <a:ext uri="{FF2B5EF4-FFF2-40B4-BE49-F238E27FC236}">
                <a16:creationId xmlns:a16="http://schemas.microsoft.com/office/drawing/2014/main" id="{A51AA8A6-49C4-EAB6-A516-90420D92A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027" y="3395704"/>
            <a:ext cx="1007835" cy="973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8" name="Picture 114">
            <a:extLst>
              <a:ext uri="{FF2B5EF4-FFF2-40B4-BE49-F238E27FC236}">
                <a16:creationId xmlns:a16="http://schemas.microsoft.com/office/drawing/2014/main" id="{BAF8B4CE-2DBE-B2FC-861A-6B1D3730A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024" y="3361976"/>
            <a:ext cx="843999" cy="1007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2" name="Picture 118">
            <a:extLst>
              <a:ext uri="{FF2B5EF4-FFF2-40B4-BE49-F238E27FC236}">
                <a16:creationId xmlns:a16="http://schemas.microsoft.com/office/drawing/2014/main" id="{46FFD318-78E0-E644-D36F-8FDC6B867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669" y="3391647"/>
            <a:ext cx="1108644" cy="94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4" name="Picture 130">
            <a:extLst>
              <a:ext uri="{FF2B5EF4-FFF2-40B4-BE49-F238E27FC236}">
                <a16:creationId xmlns:a16="http://schemas.microsoft.com/office/drawing/2014/main" id="{F621BC9C-4B91-5B02-1745-417C7F339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298" y="3427759"/>
            <a:ext cx="933103" cy="90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8" name="Picture 134">
            <a:extLst>
              <a:ext uri="{FF2B5EF4-FFF2-40B4-BE49-F238E27FC236}">
                <a16:creationId xmlns:a16="http://schemas.microsoft.com/office/drawing/2014/main" id="{B6D860FE-1A3A-CD86-34C5-7C9E665CC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8508" y="3427760"/>
            <a:ext cx="933103" cy="963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2" name="Picture 138">
            <a:extLst>
              <a:ext uri="{FF2B5EF4-FFF2-40B4-BE49-F238E27FC236}">
                <a16:creationId xmlns:a16="http://schemas.microsoft.com/office/drawing/2014/main" id="{BB2E4804-BD33-C52A-78D6-8698344A8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5809" y="3460965"/>
            <a:ext cx="645640" cy="885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6" name="Picture 142">
            <a:extLst>
              <a:ext uri="{FF2B5EF4-FFF2-40B4-BE49-F238E27FC236}">
                <a16:creationId xmlns:a16="http://schemas.microsoft.com/office/drawing/2014/main" id="{345A8E2D-FEB1-9B86-B7A9-B63A8DBA2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4410" y="3460965"/>
            <a:ext cx="1377443" cy="924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0" name="Picture 146">
            <a:extLst>
              <a:ext uri="{FF2B5EF4-FFF2-40B4-BE49-F238E27FC236}">
                <a16:creationId xmlns:a16="http://schemas.microsoft.com/office/drawing/2014/main" id="{2937B191-0703-36CE-955D-2BF4E52C8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3923" y="3460965"/>
            <a:ext cx="920611" cy="907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4" name="Picture 150">
            <a:extLst>
              <a:ext uri="{FF2B5EF4-FFF2-40B4-BE49-F238E27FC236}">
                <a16:creationId xmlns:a16="http://schemas.microsoft.com/office/drawing/2014/main" id="{9A9CA52D-8135-7E55-A058-85EBE64A0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6821" y="3453397"/>
            <a:ext cx="898656" cy="935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2" name="Picture 48">
            <a:extLst>
              <a:ext uri="{FF2B5EF4-FFF2-40B4-BE49-F238E27FC236}">
                <a16:creationId xmlns:a16="http://schemas.microsoft.com/office/drawing/2014/main" id="{F79D23D5-C87A-9D4A-5D59-616F73A22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200" y="5616422"/>
            <a:ext cx="1186578" cy="117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4" name="Picture 50">
            <a:extLst>
              <a:ext uri="{FF2B5EF4-FFF2-40B4-BE49-F238E27FC236}">
                <a16:creationId xmlns:a16="http://schemas.microsoft.com/office/drawing/2014/main" id="{D0AED84F-D2CD-F536-698D-66B9D0DF5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834" y="5585466"/>
            <a:ext cx="879972" cy="1243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8" name="Picture 54">
            <a:extLst>
              <a:ext uri="{FF2B5EF4-FFF2-40B4-BE49-F238E27FC236}">
                <a16:creationId xmlns:a16="http://schemas.microsoft.com/office/drawing/2014/main" id="{45F8E025-EC73-CC93-0E23-5E3870A0E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7695" y="5585466"/>
            <a:ext cx="918747" cy="1216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4" name="Picture 60">
            <a:extLst>
              <a:ext uri="{FF2B5EF4-FFF2-40B4-BE49-F238E27FC236}">
                <a16:creationId xmlns:a16="http://schemas.microsoft.com/office/drawing/2014/main" id="{C26C77AA-2151-2CBB-78CE-A148AA322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929" y="5585466"/>
            <a:ext cx="1036873" cy="1190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6" name="Picture 62">
            <a:extLst>
              <a:ext uri="{FF2B5EF4-FFF2-40B4-BE49-F238E27FC236}">
                <a16:creationId xmlns:a16="http://schemas.microsoft.com/office/drawing/2014/main" id="{D8B6F2D9-CC99-10EE-1524-28FD5C264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9682" y="5585466"/>
            <a:ext cx="967845" cy="1170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2991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14</Words>
  <Application>Microsoft Office PowerPoint</Application>
  <PresentationFormat>ワイド画面</PresentationFormat>
  <Paragraphs>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これまでに出会った外国籍の支援者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功 正樂</dc:creator>
  <cp:lastModifiedBy>bikash thapa</cp:lastModifiedBy>
  <cp:revision>4</cp:revision>
  <dcterms:created xsi:type="dcterms:W3CDTF">2025-07-13T13:17:23Z</dcterms:created>
  <dcterms:modified xsi:type="dcterms:W3CDTF">2025-07-14T01:50:42Z</dcterms:modified>
</cp:coreProperties>
</file>